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GPT-5.5：面向生产力的新一代通用模型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快速介绍｜能力、场景、落地建议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046720" cy="2468880"/>
          </a:xfrm>
          <a:prstGeom prst="roundRect">
            <a:avLst>
              <a:gd name="adj" fmla="val 2963"/>
            </a:avLst>
          </a:prstGeom>
          <a:solidFill>
            <a:srgbClr val="2A3475">
              <a:alpha val="95000"/>
            </a:srgbClr>
          </a:solidFill>
          <a:ln w="12700">
            <a:solidFill>
              <a:srgbClr val="4F5A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关键词：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更稳定的推理、更强工具调用、更低延迟与成本（具体以官方发布为准）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适合：产品经理、开发者、运营、数据分析与内容团队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是什么？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定位：高质量通用智能助手模型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86200" cy="3383280"/>
          </a:xfrm>
          <a:prstGeom prst="rect">
            <a:avLst/>
          </a:prstGeom>
          <a:solidFill>
            <a:srgbClr val="F5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32588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核心能力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338328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复杂指令理解与多步推理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代码与文档协同生成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更可靠的工具调用（检索/执行/格式化）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834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价值主张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2057400"/>
            <a:ext cx="32918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减少重复劳动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提升决策速度与质量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让团队在同样时间内完成更多高价值工作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典型应用场景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从个人效率到团队流程自动化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86200" cy="1508760"/>
          </a:xfrm>
          <a:prstGeom prst="roundRect">
            <a:avLst>
              <a:gd name="adj" fmla="val 3030"/>
            </a:avLst>
          </a:prstGeom>
          <a:solidFill>
            <a:srgbClr val="F7F8FF"/>
          </a:solidFill>
          <a:ln w="12700">
            <a:solidFill>
              <a:srgbClr val="D7D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研发团队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19385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代码解释、测试样例、重构建议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886200" cy="1508760"/>
          </a:xfrm>
          <a:prstGeom prst="roundRect">
            <a:avLst>
              <a:gd name="adj" fmla="val 3030"/>
            </a:avLst>
          </a:prstGeom>
          <a:solidFill>
            <a:srgbClr val="EEF2FF"/>
          </a:solidFill>
          <a:ln w="12700">
            <a:solidFill>
              <a:srgbClr val="D7D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0328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产品与运营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10328" y="19385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需求梳理、活动方案、复盘总结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886200" cy="1508760"/>
          </a:xfrm>
          <a:prstGeom prst="roundRect">
            <a:avLst>
              <a:gd name="adj" fmla="val 3030"/>
            </a:avLst>
          </a:prstGeom>
          <a:solidFill>
            <a:srgbClr val="F7F8FF"/>
          </a:solidFill>
          <a:ln w="12700">
            <a:solidFill>
              <a:srgbClr val="D7D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数据分析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9808" y="36758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自然语言查数、洞察提炼、报告草拟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3108960"/>
            <a:ext cx="3886200" cy="1508760"/>
          </a:xfrm>
          <a:prstGeom prst="roundRect">
            <a:avLst>
              <a:gd name="adj" fmla="val 3030"/>
            </a:avLst>
          </a:prstGeom>
          <a:solidFill>
            <a:srgbClr val="EEF2FF"/>
          </a:solidFill>
          <a:ln w="12700">
            <a:solidFill>
              <a:srgbClr val="D7D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</a:rPr>
              <a:t>知识管理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910328" y="36758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文档问答、SOP生成、跨资料汇总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企业落地建议（4步）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先小范围验证，再规模化扩展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20040" cy="3200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9047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78992" y="1353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1. 选场景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95728" y="136245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优先选择高频、低风险、可量化收益的流程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320040" cy="3200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35915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2221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2. 设边界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95728" y="223113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定义可用数据、权限、合规与人工复核机制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3154680"/>
            <a:ext cx="320040" cy="3200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22783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3. 做集成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95728" y="309981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把模型接入现有系统与知识库，形成闭环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4023360"/>
            <a:ext cx="320040" cy="3200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096512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3959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4. 持续优化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395728" y="396849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跟踪质量/成本/时延，迭代提示词与流程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风险与治理重点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把“可用”升级为“可控、可审计、可持续”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86200" cy="3474720"/>
          </a:xfrm>
          <a:prstGeom prst="rect">
            <a:avLst/>
          </a:prstGeom>
          <a:solidFill>
            <a:srgbClr val="FFF7F7"/>
          </a:solidFill>
          <a:ln w="12700">
            <a:solidFill>
              <a:srgbClr val="FFD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1325880"/>
            <a:ext cx="3886200" cy="3474720"/>
          </a:xfrm>
          <a:prstGeom prst="rect">
            <a:avLst/>
          </a:prstGeom>
          <a:solidFill>
            <a:srgbClr val="F4FFF8"/>
          </a:solidFill>
          <a:ln w="12700">
            <a:solidFill>
              <a:srgbClr val="C9F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1239"/>
                </a:solidFill>
              </a:rPr>
              <a:t>主要风险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834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F6E"/>
                </a:solidFill>
              </a:rPr>
              <a:t>治理动作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</a:rPr>
              <a:t>事实性错误与幻觉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关键任务启用人工复核与多源校验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700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</a:rPr>
              <a:t>敏感信息泄露风险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6700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最小权限、脱敏与日志审计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284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</a:rPr>
              <a:t>提示词注入/越权调用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33284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工具白名单与输入输出过滤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9867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3F46"/>
                </a:solidFill>
              </a:rPr>
              <a:t>输出质量波动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39867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建立质量基线与回归测试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GPT-5.5 的价值在于“能力 × 场景 × 治理”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三句话带走：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406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EAF0FF"/>
                </a:solidFill>
              </a:rPr>
              <a:t>先做可量化的小场景，快速验证ROI。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EAF0FF"/>
                </a:solidFill>
              </a:rPr>
              <a:t>把权限、审计和复核设计成默认能力。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EAF0FF"/>
                </a:solidFill>
              </a:rPr>
              <a:t>持续优化提示词与流程，形成组织级能力。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7680960" cy="0"/>
          </a:xfrm>
          <a:prstGeom prst="line">
            <a:avLst/>
          </a:prstGeom>
          <a:noFill/>
          <a:ln w="12700">
            <a:solidFill>
              <a:srgbClr val="93A3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86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注：本演示为概览介绍，具体功能与参数以官方公开发布信息为准。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 (topic)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GPT-5.5 介绍</dc:title>
  <dc:subject>GPT-5.5 overview</dc:subject>
  <dc:creator>Claw</dc:creator>
  <cp:lastModifiedBy>Claw</cp:lastModifiedBy>
  <cp:revision>1</cp:revision>
  <dcterms:created xsi:type="dcterms:W3CDTF">2026-04-24T09:43:52Z</dcterms:created>
  <dcterms:modified xsi:type="dcterms:W3CDTF">2026-04-24T09:43:52Z</dcterms:modified>
</cp:coreProperties>
</file>